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5486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49" d="100"/>
          <a:sy n="49" d="100"/>
        </p:scale>
        <p:origin x="22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1346836"/>
            <a:ext cx="4663440" cy="286512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322446"/>
            <a:ext cx="4114800" cy="1986914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8DA-BD25-412D-B32A-EDD36FEC611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25EF-BBF7-4198-AA6A-F4A775DC1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46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8DA-BD25-412D-B32A-EDD36FEC611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25EF-BBF7-4198-AA6A-F4A775DC1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95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2051688"/>
            <a:ext cx="4732020" cy="3423284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5507358"/>
            <a:ext cx="4732020" cy="1800224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8DA-BD25-412D-B32A-EDD36FEC611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25EF-BBF7-4198-AA6A-F4A775DC1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77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2190750"/>
            <a:ext cx="23317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2190750"/>
            <a:ext cx="23317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8DA-BD25-412D-B32A-EDD36FEC611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25EF-BBF7-4198-AA6A-F4A775DC1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93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438152"/>
            <a:ext cx="47320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2017396"/>
            <a:ext cx="2321004" cy="988694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3006090"/>
            <a:ext cx="232100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2017396"/>
            <a:ext cx="2332435" cy="988694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3006090"/>
            <a:ext cx="2332435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8DA-BD25-412D-B32A-EDD36FEC611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25EF-BBF7-4198-AA6A-F4A775DC1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17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8DA-BD25-412D-B32A-EDD36FEC611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25EF-BBF7-4198-AA6A-F4A775DC1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041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8DA-BD25-412D-B32A-EDD36FEC611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25EF-BBF7-4198-AA6A-F4A775DC1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15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548640"/>
            <a:ext cx="1769507" cy="192024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1184912"/>
            <a:ext cx="2777490" cy="5848350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2468880"/>
            <a:ext cx="1769507" cy="4573906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8DA-BD25-412D-B32A-EDD36FEC611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25EF-BBF7-4198-AA6A-F4A775DC1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18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548640"/>
            <a:ext cx="1769507" cy="192024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1184912"/>
            <a:ext cx="2777490" cy="5848350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2468880"/>
            <a:ext cx="1769507" cy="4573906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8DA-BD25-412D-B32A-EDD36FEC611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25EF-BBF7-4198-AA6A-F4A775DC1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103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8DA-BD25-412D-B32A-EDD36FEC611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25EF-BBF7-4198-AA6A-F4A775DC1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133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438150"/>
            <a:ext cx="1183005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438150"/>
            <a:ext cx="3480435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8DA-BD25-412D-B32A-EDD36FEC611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25EF-BBF7-4198-AA6A-F4A775DC1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34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438152"/>
            <a:ext cx="47320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2190750"/>
            <a:ext cx="47320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7627622"/>
            <a:ext cx="12344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0168DA-BD25-412D-B32A-EDD36FEC611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7627622"/>
            <a:ext cx="18516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7627622"/>
            <a:ext cx="12344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F525EF-BBF7-4198-AA6A-F4A775DC1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59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039EA8A-8C0C-A2D3-1D24-728D802A1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864128"/>
            <a:ext cx="4436014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 sz="3600" b="1" cap="small" dirty="0">
                <a:solidFill>
                  <a:srgbClr val="262626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How I met Claude Code</a:t>
            </a:r>
            <a:endParaRPr lang="en-US" sz="3600" cap="small" dirty="0">
              <a:solidFill>
                <a:srgbClr val="262626"/>
              </a:solidFill>
              <a:effectLst/>
              <a:latin typeface="Calibri" panose="020F05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600" dirty="0">
              <a:latin typeface="Calibri" panose="020F05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dirty="0">
              <a:latin typeface="Calibri" panose="020F05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Yann Debray</a:t>
            </a:r>
            <a:endParaRPr kumimoji="0" lang="en-US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A4D4E-B2CE-27E7-BD4D-1C91A5862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86" y="3200930"/>
            <a:ext cx="4503096" cy="450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155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</TotalTime>
  <Words>7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Yann Debray</dc:creator>
  <cp:lastModifiedBy>Yann Debray</cp:lastModifiedBy>
  <cp:revision>5</cp:revision>
  <dcterms:created xsi:type="dcterms:W3CDTF">2024-05-31T02:36:45Z</dcterms:created>
  <dcterms:modified xsi:type="dcterms:W3CDTF">2026-02-23T14:49:09Z</dcterms:modified>
</cp:coreProperties>
</file>