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959225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 snapToGrid="0">
      <p:cViewPr varScale="1">
        <p:scale>
          <a:sx n="84" d="100"/>
          <a:sy n="84" d="100"/>
        </p:scale>
        <p:origin x="20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942" y="1060529"/>
            <a:ext cx="3365341" cy="2256061"/>
          </a:xfrm>
        </p:spPr>
        <p:txBody>
          <a:bodyPr anchor="b"/>
          <a:lstStyle>
            <a:lvl1pPr algn="ctr">
              <a:defRPr sz="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903" y="3403592"/>
            <a:ext cx="2969419" cy="1564542"/>
          </a:xfrm>
        </p:spPr>
        <p:txBody>
          <a:bodyPr/>
          <a:lstStyle>
            <a:lvl1pPr marL="0" indent="0" algn="ctr">
              <a:buNone/>
              <a:defRPr sz="1039"/>
            </a:lvl1pPr>
            <a:lvl2pPr marL="197968" indent="0" algn="ctr">
              <a:buNone/>
              <a:defRPr sz="866"/>
            </a:lvl2pPr>
            <a:lvl3pPr marL="395935" indent="0" algn="ctr">
              <a:buNone/>
              <a:defRPr sz="779"/>
            </a:lvl3pPr>
            <a:lvl4pPr marL="593903" indent="0" algn="ctr">
              <a:buNone/>
              <a:defRPr sz="693"/>
            </a:lvl4pPr>
            <a:lvl5pPr marL="791870" indent="0" algn="ctr">
              <a:buNone/>
              <a:defRPr sz="693"/>
            </a:lvl5pPr>
            <a:lvl6pPr marL="989838" indent="0" algn="ctr">
              <a:buNone/>
              <a:defRPr sz="693"/>
            </a:lvl6pPr>
            <a:lvl7pPr marL="1187806" indent="0" algn="ctr">
              <a:buNone/>
              <a:defRPr sz="693"/>
            </a:lvl7pPr>
            <a:lvl8pPr marL="1385773" indent="0" algn="ctr">
              <a:buNone/>
              <a:defRPr sz="693"/>
            </a:lvl8pPr>
            <a:lvl9pPr marL="1583741" indent="0" algn="ctr">
              <a:buNone/>
              <a:defRPr sz="6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4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5" y="1615546"/>
            <a:ext cx="3414832" cy="2695572"/>
          </a:xfrm>
        </p:spPr>
        <p:txBody>
          <a:bodyPr anchor="b"/>
          <a:lstStyle>
            <a:lvl1pPr>
              <a:defRPr sz="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135" y="4336619"/>
            <a:ext cx="3414832" cy="1417538"/>
          </a:xfrm>
        </p:spPr>
        <p:txBody>
          <a:bodyPr/>
          <a:lstStyle>
            <a:lvl1pPr marL="0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1pPr>
            <a:lvl2pPr marL="197968" indent="0">
              <a:buNone/>
              <a:defRPr sz="866">
                <a:solidFill>
                  <a:schemeClr val="tx1">
                    <a:tint val="82000"/>
                  </a:schemeClr>
                </a:solidFill>
              </a:defRPr>
            </a:lvl2pPr>
            <a:lvl3pPr marL="395935" indent="0">
              <a:buNone/>
              <a:defRPr sz="779">
                <a:solidFill>
                  <a:schemeClr val="tx1">
                    <a:tint val="82000"/>
                  </a:schemeClr>
                </a:solidFill>
              </a:defRPr>
            </a:lvl3pPr>
            <a:lvl4pPr marL="593903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4pPr>
            <a:lvl5pPr marL="791870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5pPr>
            <a:lvl6pPr marL="989838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6pPr>
            <a:lvl7pPr marL="1187806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7pPr>
            <a:lvl8pPr marL="1385773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8pPr>
            <a:lvl9pPr marL="1583741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7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197" y="1725046"/>
            <a:ext cx="1682671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4357" y="1725046"/>
            <a:ext cx="1682671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4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345011"/>
            <a:ext cx="3414832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713" y="1588543"/>
            <a:ext cx="1674937" cy="778521"/>
          </a:xfrm>
        </p:spPr>
        <p:txBody>
          <a:bodyPr anchor="b"/>
          <a:lstStyle>
            <a:lvl1pPr marL="0" indent="0">
              <a:buNone/>
              <a:defRPr sz="1039" b="1"/>
            </a:lvl1pPr>
            <a:lvl2pPr marL="197968" indent="0">
              <a:buNone/>
              <a:defRPr sz="866" b="1"/>
            </a:lvl2pPr>
            <a:lvl3pPr marL="395935" indent="0">
              <a:buNone/>
              <a:defRPr sz="779" b="1"/>
            </a:lvl3pPr>
            <a:lvl4pPr marL="593903" indent="0">
              <a:buNone/>
              <a:defRPr sz="693" b="1"/>
            </a:lvl4pPr>
            <a:lvl5pPr marL="791870" indent="0">
              <a:buNone/>
              <a:defRPr sz="693" b="1"/>
            </a:lvl5pPr>
            <a:lvl6pPr marL="989838" indent="0">
              <a:buNone/>
              <a:defRPr sz="693" b="1"/>
            </a:lvl6pPr>
            <a:lvl7pPr marL="1187806" indent="0">
              <a:buNone/>
              <a:defRPr sz="693" b="1"/>
            </a:lvl7pPr>
            <a:lvl8pPr marL="1385773" indent="0">
              <a:buNone/>
              <a:defRPr sz="693" b="1"/>
            </a:lvl8pPr>
            <a:lvl9pPr marL="1583741" indent="0">
              <a:buNone/>
              <a:defRPr sz="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713" y="2367064"/>
            <a:ext cx="1674937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4358" y="1588543"/>
            <a:ext cx="1683186" cy="778521"/>
          </a:xfrm>
        </p:spPr>
        <p:txBody>
          <a:bodyPr anchor="b"/>
          <a:lstStyle>
            <a:lvl1pPr marL="0" indent="0">
              <a:buNone/>
              <a:defRPr sz="1039" b="1"/>
            </a:lvl1pPr>
            <a:lvl2pPr marL="197968" indent="0">
              <a:buNone/>
              <a:defRPr sz="866" b="1"/>
            </a:lvl2pPr>
            <a:lvl3pPr marL="395935" indent="0">
              <a:buNone/>
              <a:defRPr sz="779" b="1"/>
            </a:lvl3pPr>
            <a:lvl4pPr marL="593903" indent="0">
              <a:buNone/>
              <a:defRPr sz="693" b="1"/>
            </a:lvl4pPr>
            <a:lvl5pPr marL="791870" indent="0">
              <a:buNone/>
              <a:defRPr sz="693" b="1"/>
            </a:lvl5pPr>
            <a:lvl6pPr marL="989838" indent="0">
              <a:buNone/>
              <a:defRPr sz="693" b="1"/>
            </a:lvl6pPr>
            <a:lvl7pPr marL="1187806" indent="0">
              <a:buNone/>
              <a:defRPr sz="693" b="1"/>
            </a:lvl7pPr>
            <a:lvl8pPr marL="1385773" indent="0">
              <a:buNone/>
              <a:defRPr sz="693" b="1"/>
            </a:lvl8pPr>
            <a:lvl9pPr marL="1583741" indent="0">
              <a:buNone/>
              <a:defRPr sz="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4358" y="2367064"/>
            <a:ext cx="168318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0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65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432012"/>
            <a:ext cx="1276953" cy="1512041"/>
          </a:xfrm>
        </p:spPr>
        <p:txBody>
          <a:bodyPr anchor="b"/>
          <a:lstStyle>
            <a:lvl1pPr>
              <a:defRPr sz="13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186" y="933027"/>
            <a:ext cx="2004358" cy="4605124"/>
          </a:xfrm>
        </p:spPr>
        <p:txBody>
          <a:bodyPr/>
          <a:lstStyle>
            <a:lvl1pPr>
              <a:defRPr sz="1386"/>
            </a:lvl1pPr>
            <a:lvl2pPr>
              <a:defRPr sz="1212"/>
            </a:lvl2pPr>
            <a:lvl3pPr>
              <a:defRPr sz="1039"/>
            </a:lvl3pPr>
            <a:lvl4pPr>
              <a:defRPr sz="866"/>
            </a:lvl4pPr>
            <a:lvl5pPr>
              <a:defRPr sz="866"/>
            </a:lvl5pPr>
            <a:lvl6pPr>
              <a:defRPr sz="866"/>
            </a:lvl6pPr>
            <a:lvl7pPr>
              <a:defRPr sz="866"/>
            </a:lvl7pPr>
            <a:lvl8pPr>
              <a:defRPr sz="866"/>
            </a:lvl8pPr>
            <a:lvl9pPr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2" y="1944052"/>
            <a:ext cx="1276953" cy="3601598"/>
          </a:xfrm>
        </p:spPr>
        <p:txBody>
          <a:bodyPr/>
          <a:lstStyle>
            <a:lvl1pPr marL="0" indent="0">
              <a:buNone/>
              <a:defRPr sz="693"/>
            </a:lvl1pPr>
            <a:lvl2pPr marL="197968" indent="0">
              <a:buNone/>
              <a:defRPr sz="606"/>
            </a:lvl2pPr>
            <a:lvl3pPr marL="395935" indent="0">
              <a:buNone/>
              <a:defRPr sz="520"/>
            </a:lvl3pPr>
            <a:lvl4pPr marL="593903" indent="0">
              <a:buNone/>
              <a:defRPr sz="433"/>
            </a:lvl4pPr>
            <a:lvl5pPr marL="791870" indent="0">
              <a:buNone/>
              <a:defRPr sz="433"/>
            </a:lvl5pPr>
            <a:lvl6pPr marL="989838" indent="0">
              <a:buNone/>
              <a:defRPr sz="433"/>
            </a:lvl6pPr>
            <a:lvl7pPr marL="1187806" indent="0">
              <a:buNone/>
              <a:defRPr sz="433"/>
            </a:lvl7pPr>
            <a:lvl8pPr marL="1385773" indent="0">
              <a:buNone/>
              <a:defRPr sz="433"/>
            </a:lvl8pPr>
            <a:lvl9pPr marL="1583741" indent="0">
              <a:buNone/>
              <a:defRPr sz="4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04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432012"/>
            <a:ext cx="1276953" cy="1512041"/>
          </a:xfrm>
        </p:spPr>
        <p:txBody>
          <a:bodyPr anchor="b"/>
          <a:lstStyle>
            <a:lvl1pPr>
              <a:defRPr sz="13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83186" y="933027"/>
            <a:ext cx="2004358" cy="4605124"/>
          </a:xfrm>
        </p:spPr>
        <p:txBody>
          <a:bodyPr anchor="t"/>
          <a:lstStyle>
            <a:lvl1pPr marL="0" indent="0">
              <a:buNone/>
              <a:defRPr sz="1386"/>
            </a:lvl1pPr>
            <a:lvl2pPr marL="197968" indent="0">
              <a:buNone/>
              <a:defRPr sz="1212"/>
            </a:lvl2pPr>
            <a:lvl3pPr marL="395935" indent="0">
              <a:buNone/>
              <a:defRPr sz="1039"/>
            </a:lvl3pPr>
            <a:lvl4pPr marL="593903" indent="0">
              <a:buNone/>
              <a:defRPr sz="866"/>
            </a:lvl4pPr>
            <a:lvl5pPr marL="791870" indent="0">
              <a:buNone/>
              <a:defRPr sz="866"/>
            </a:lvl5pPr>
            <a:lvl6pPr marL="989838" indent="0">
              <a:buNone/>
              <a:defRPr sz="866"/>
            </a:lvl6pPr>
            <a:lvl7pPr marL="1187806" indent="0">
              <a:buNone/>
              <a:defRPr sz="866"/>
            </a:lvl7pPr>
            <a:lvl8pPr marL="1385773" indent="0">
              <a:buNone/>
              <a:defRPr sz="866"/>
            </a:lvl8pPr>
            <a:lvl9pPr marL="1583741" indent="0">
              <a:buNone/>
              <a:defRPr sz="8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2" y="1944052"/>
            <a:ext cx="1276953" cy="3601598"/>
          </a:xfrm>
        </p:spPr>
        <p:txBody>
          <a:bodyPr/>
          <a:lstStyle>
            <a:lvl1pPr marL="0" indent="0">
              <a:buNone/>
              <a:defRPr sz="693"/>
            </a:lvl1pPr>
            <a:lvl2pPr marL="197968" indent="0">
              <a:buNone/>
              <a:defRPr sz="606"/>
            </a:lvl2pPr>
            <a:lvl3pPr marL="395935" indent="0">
              <a:buNone/>
              <a:defRPr sz="520"/>
            </a:lvl3pPr>
            <a:lvl4pPr marL="593903" indent="0">
              <a:buNone/>
              <a:defRPr sz="433"/>
            </a:lvl4pPr>
            <a:lvl5pPr marL="791870" indent="0">
              <a:buNone/>
              <a:defRPr sz="433"/>
            </a:lvl5pPr>
            <a:lvl6pPr marL="989838" indent="0">
              <a:buNone/>
              <a:defRPr sz="433"/>
            </a:lvl6pPr>
            <a:lvl7pPr marL="1187806" indent="0">
              <a:buNone/>
              <a:defRPr sz="433"/>
            </a:lvl7pPr>
            <a:lvl8pPr marL="1385773" indent="0">
              <a:buNone/>
              <a:defRPr sz="433"/>
            </a:lvl8pPr>
            <a:lvl9pPr marL="1583741" indent="0">
              <a:buNone/>
              <a:defRPr sz="4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8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4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3321" y="345009"/>
            <a:ext cx="853708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197" y="345009"/>
            <a:ext cx="2511633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1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197" y="345011"/>
            <a:ext cx="3414832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197" y="1725046"/>
            <a:ext cx="3414832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197" y="6006164"/>
            <a:ext cx="89082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168DA-BD25-412D-B32A-EDD36FEC611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494" y="6006164"/>
            <a:ext cx="133623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6202" y="6006164"/>
            <a:ext cx="89082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4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95935" rtl="0" eaLnBrk="1" latinLnBrk="0" hangingPunct="1">
        <a:lnSpc>
          <a:spcPct val="90000"/>
        </a:lnSpc>
        <a:spcBef>
          <a:spcPct val="0"/>
        </a:spcBef>
        <a:buNone/>
        <a:defRPr sz="19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8984" indent="-98984" algn="l" defTabSz="395935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1pPr>
      <a:lvl2pPr marL="296951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494919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866" kern="1200">
          <a:solidFill>
            <a:schemeClr val="tx1"/>
          </a:solidFill>
          <a:latin typeface="+mn-lt"/>
          <a:ea typeface="+mn-ea"/>
          <a:cs typeface="+mn-cs"/>
        </a:defRPr>
      </a:lvl3pPr>
      <a:lvl4pPr marL="692887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4pPr>
      <a:lvl5pPr marL="890854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5pPr>
      <a:lvl6pPr marL="1088822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6pPr>
      <a:lvl7pPr marL="1286789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7pPr>
      <a:lvl8pPr marL="1484757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8pPr>
      <a:lvl9pPr marL="1682725" indent="-98984" algn="l" defTabSz="395935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1pPr>
      <a:lvl2pPr marL="197968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2pPr>
      <a:lvl3pPr marL="395935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3pPr>
      <a:lvl4pPr marL="593903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4pPr>
      <a:lvl5pPr marL="791870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5pPr>
      <a:lvl6pPr marL="989838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6pPr>
      <a:lvl7pPr marL="1187806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7pPr>
      <a:lvl8pPr marL="1385773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8pPr>
      <a:lvl9pPr marL="1583741" algn="l" defTabSz="395935" rtl="0" eaLnBrk="1" latinLnBrk="0" hangingPunct="1">
        <a:defRPr sz="7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039EA8A-8C0C-A2D3-1D24-728D802A1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87" y="626374"/>
            <a:ext cx="34839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cap="small" dirty="0">
                <a:solidFill>
                  <a:srgbClr val="262626"/>
                </a:solidFill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How I met Claude Code</a:t>
            </a:r>
            <a:endParaRPr lang="en-US" sz="2800" cap="small" dirty="0">
              <a:solidFill>
                <a:srgbClr val="262626"/>
              </a:solidFill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EDA5F-0691-6A7E-3DC3-21036B33B9BE}"/>
              </a:ext>
            </a:extLst>
          </p:cNvPr>
          <p:cNvSpPr txBox="1"/>
          <p:nvPr/>
        </p:nvSpPr>
        <p:spPr>
          <a:xfrm>
            <a:off x="2270760" y="5973064"/>
            <a:ext cx="14508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Yann Debray</a:t>
            </a:r>
            <a:endParaRPr kumimoji="0" lang="en-US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04D6B7-4851-C4EC-6836-5C8712C67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43" y="2837927"/>
            <a:ext cx="3135137" cy="31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5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7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Yann Debray</dc:creator>
  <cp:lastModifiedBy>Yann Debray</cp:lastModifiedBy>
  <cp:revision>9</cp:revision>
  <dcterms:created xsi:type="dcterms:W3CDTF">2024-05-31T02:36:45Z</dcterms:created>
  <dcterms:modified xsi:type="dcterms:W3CDTF">2026-04-06T20:39:41Z</dcterms:modified>
</cp:coreProperties>
</file>