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3959225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94660"/>
  </p:normalViewPr>
  <p:slideViewPr>
    <p:cSldViewPr snapToGrid="0">
      <p:cViewPr varScale="1">
        <p:scale>
          <a:sx n="87" d="100"/>
          <a:sy n="87" d="100"/>
        </p:scale>
        <p:origin x="20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6942" y="1060529"/>
            <a:ext cx="3365341" cy="2256061"/>
          </a:xfrm>
        </p:spPr>
        <p:txBody>
          <a:bodyPr anchor="b"/>
          <a:lstStyle>
            <a:lvl1pPr algn="ctr">
              <a:defRPr sz="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4903" y="3403592"/>
            <a:ext cx="2969419" cy="1564542"/>
          </a:xfrm>
        </p:spPr>
        <p:txBody>
          <a:bodyPr/>
          <a:lstStyle>
            <a:lvl1pPr marL="0" indent="0" algn="ctr">
              <a:buNone/>
              <a:defRPr sz="1039"/>
            </a:lvl1pPr>
            <a:lvl2pPr marL="197968" indent="0" algn="ctr">
              <a:buNone/>
              <a:defRPr sz="866"/>
            </a:lvl2pPr>
            <a:lvl3pPr marL="395935" indent="0" algn="ctr">
              <a:buNone/>
              <a:defRPr sz="779"/>
            </a:lvl3pPr>
            <a:lvl4pPr marL="593903" indent="0" algn="ctr">
              <a:buNone/>
              <a:defRPr sz="693"/>
            </a:lvl4pPr>
            <a:lvl5pPr marL="791870" indent="0" algn="ctr">
              <a:buNone/>
              <a:defRPr sz="693"/>
            </a:lvl5pPr>
            <a:lvl6pPr marL="989838" indent="0" algn="ctr">
              <a:buNone/>
              <a:defRPr sz="693"/>
            </a:lvl6pPr>
            <a:lvl7pPr marL="1187806" indent="0" algn="ctr">
              <a:buNone/>
              <a:defRPr sz="693"/>
            </a:lvl7pPr>
            <a:lvl8pPr marL="1385773" indent="0" algn="ctr">
              <a:buNone/>
              <a:defRPr sz="693"/>
            </a:lvl8pPr>
            <a:lvl9pPr marL="1583741" indent="0" algn="ctr">
              <a:buNone/>
              <a:defRPr sz="69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746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0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135" y="1615546"/>
            <a:ext cx="3414832" cy="2695572"/>
          </a:xfrm>
        </p:spPr>
        <p:txBody>
          <a:bodyPr anchor="b"/>
          <a:lstStyle>
            <a:lvl1pPr>
              <a:defRPr sz="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135" y="4336619"/>
            <a:ext cx="3414832" cy="1417538"/>
          </a:xfrm>
        </p:spPr>
        <p:txBody>
          <a:bodyPr/>
          <a:lstStyle>
            <a:lvl1pPr marL="0" indent="0">
              <a:buNone/>
              <a:defRPr sz="1039">
                <a:solidFill>
                  <a:schemeClr val="tx1">
                    <a:tint val="82000"/>
                  </a:schemeClr>
                </a:solidFill>
              </a:defRPr>
            </a:lvl1pPr>
            <a:lvl2pPr marL="197968" indent="0">
              <a:buNone/>
              <a:defRPr sz="866">
                <a:solidFill>
                  <a:schemeClr val="tx1">
                    <a:tint val="82000"/>
                  </a:schemeClr>
                </a:solidFill>
              </a:defRPr>
            </a:lvl2pPr>
            <a:lvl3pPr marL="395935" indent="0">
              <a:buNone/>
              <a:defRPr sz="779">
                <a:solidFill>
                  <a:schemeClr val="tx1">
                    <a:tint val="82000"/>
                  </a:schemeClr>
                </a:solidFill>
              </a:defRPr>
            </a:lvl3pPr>
            <a:lvl4pPr marL="593903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4pPr>
            <a:lvl5pPr marL="791870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5pPr>
            <a:lvl6pPr marL="989838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6pPr>
            <a:lvl7pPr marL="1187806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7pPr>
            <a:lvl8pPr marL="1385773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8pPr>
            <a:lvl9pPr marL="1583741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170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2197" y="1725046"/>
            <a:ext cx="1682671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04357" y="1725046"/>
            <a:ext cx="1682671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48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12" y="345011"/>
            <a:ext cx="3414832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713" y="1588543"/>
            <a:ext cx="1674937" cy="778521"/>
          </a:xfrm>
        </p:spPr>
        <p:txBody>
          <a:bodyPr anchor="b"/>
          <a:lstStyle>
            <a:lvl1pPr marL="0" indent="0">
              <a:buNone/>
              <a:defRPr sz="1039" b="1"/>
            </a:lvl1pPr>
            <a:lvl2pPr marL="197968" indent="0">
              <a:buNone/>
              <a:defRPr sz="866" b="1"/>
            </a:lvl2pPr>
            <a:lvl3pPr marL="395935" indent="0">
              <a:buNone/>
              <a:defRPr sz="779" b="1"/>
            </a:lvl3pPr>
            <a:lvl4pPr marL="593903" indent="0">
              <a:buNone/>
              <a:defRPr sz="693" b="1"/>
            </a:lvl4pPr>
            <a:lvl5pPr marL="791870" indent="0">
              <a:buNone/>
              <a:defRPr sz="693" b="1"/>
            </a:lvl5pPr>
            <a:lvl6pPr marL="989838" indent="0">
              <a:buNone/>
              <a:defRPr sz="693" b="1"/>
            </a:lvl6pPr>
            <a:lvl7pPr marL="1187806" indent="0">
              <a:buNone/>
              <a:defRPr sz="693" b="1"/>
            </a:lvl7pPr>
            <a:lvl8pPr marL="1385773" indent="0">
              <a:buNone/>
              <a:defRPr sz="693" b="1"/>
            </a:lvl8pPr>
            <a:lvl9pPr marL="1583741" indent="0">
              <a:buNone/>
              <a:defRPr sz="6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2713" y="2367064"/>
            <a:ext cx="1674937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04358" y="1588543"/>
            <a:ext cx="1683186" cy="778521"/>
          </a:xfrm>
        </p:spPr>
        <p:txBody>
          <a:bodyPr anchor="b"/>
          <a:lstStyle>
            <a:lvl1pPr marL="0" indent="0">
              <a:buNone/>
              <a:defRPr sz="1039" b="1"/>
            </a:lvl1pPr>
            <a:lvl2pPr marL="197968" indent="0">
              <a:buNone/>
              <a:defRPr sz="866" b="1"/>
            </a:lvl2pPr>
            <a:lvl3pPr marL="395935" indent="0">
              <a:buNone/>
              <a:defRPr sz="779" b="1"/>
            </a:lvl3pPr>
            <a:lvl4pPr marL="593903" indent="0">
              <a:buNone/>
              <a:defRPr sz="693" b="1"/>
            </a:lvl4pPr>
            <a:lvl5pPr marL="791870" indent="0">
              <a:buNone/>
              <a:defRPr sz="693" b="1"/>
            </a:lvl5pPr>
            <a:lvl6pPr marL="989838" indent="0">
              <a:buNone/>
              <a:defRPr sz="693" b="1"/>
            </a:lvl6pPr>
            <a:lvl7pPr marL="1187806" indent="0">
              <a:buNone/>
              <a:defRPr sz="693" b="1"/>
            </a:lvl7pPr>
            <a:lvl8pPr marL="1385773" indent="0">
              <a:buNone/>
              <a:defRPr sz="693" b="1"/>
            </a:lvl8pPr>
            <a:lvl9pPr marL="1583741" indent="0">
              <a:buNone/>
              <a:defRPr sz="6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04358" y="2367064"/>
            <a:ext cx="168318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03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565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12" y="432012"/>
            <a:ext cx="1276953" cy="1512041"/>
          </a:xfrm>
        </p:spPr>
        <p:txBody>
          <a:bodyPr anchor="b"/>
          <a:lstStyle>
            <a:lvl1pPr>
              <a:defRPr sz="138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3186" y="933027"/>
            <a:ext cx="2004358" cy="4605124"/>
          </a:xfrm>
        </p:spPr>
        <p:txBody>
          <a:bodyPr/>
          <a:lstStyle>
            <a:lvl1pPr>
              <a:defRPr sz="1386"/>
            </a:lvl1pPr>
            <a:lvl2pPr>
              <a:defRPr sz="1212"/>
            </a:lvl2pPr>
            <a:lvl3pPr>
              <a:defRPr sz="1039"/>
            </a:lvl3pPr>
            <a:lvl4pPr>
              <a:defRPr sz="866"/>
            </a:lvl4pPr>
            <a:lvl5pPr>
              <a:defRPr sz="866"/>
            </a:lvl5pPr>
            <a:lvl6pPr>
              <a:defRPr sz="866"/>
            </a:lvl6pPr>
            <a:lvl7pPr>
              <a:defRPr sz="866"/>
            </a:lvl7pPr>
            <a:lvl8pPr>
              <a:defRPr sz="866"/>
            </a:lvl8pPr>
            <a:lvl9pPr>
              <a:defRPr sz="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12" y="1944052"/>
            <a:ext cx="1276953" cy="3601598"/>
          </a:xfrm>
        </p:spPr>
        <p:txBody>
          <a:bodyPr/>
          <a:lstStyle>
            <a:lvl1pPr marL="0" indent="0">
              <a:buNone/>
              <a:defRPr sz="693"/>
            </a:lvl1pPr>
            <a:lvl2pPr marL="197968" indent="0">
              <a:buNone/>
              <a:defRPr sz="606"/>
            </a:lvl2pPr>
            <a:lvl3pPr marL="395935" indent="0">
              <a:buNone/>
              <a:defRPr sz="520"/>
            </a:lvl3pPr>
            <a:lvl4pPr marL="593903" indent="0">
              <a:buNone/>
              <a:defRPr sz="433"/>
            </a:lvl4pPr>
            <a:lvl5pPr marL="791870" indent="0">
              <a:buNone/>
              <a:defRPr sz="433"/>
            </a:lvl5pPr>
            <a:lvl6pPr marL="989838" indent="0">
              <a:buNone/>
              <a:defRPr sz="433"/>
            </a:lvl6pPr>
            <a:lvl7pPr marL="1187806" indent="0">
              <a:buNone/>
              <a:defRPr sz="433"/>
            </a:lvl7pPr>
            <a:lvl8pPr marL="1385773" indent="0">
              <a:buNone/>
              <a:defRPr sz="433"/>
            </a:lvl8pPr>
            <a:lvl9pPr marL="1583741" indent="0">
              <a:buNone/>
              <a:defRPr sz="4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604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12" y="432012"/>
            <a:ext cx="1276953" cy="1512041"/>
          </a:xfrm>
        </p:spPr>
        <p:txBody>
          <a:bodyPr anchor="b"/>
          <a:lstStyle>
            <a:lvl1pPr>
              <a:defRPr sz="138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83186" y="933027"/>
            <a:ext cx="2004358" cy="4605124"/>
          </a:xfrm>
        </p:spPr>
        <p:txBody>
          <a:bodyPr anchor="t"/>
          <a:lstStyle>
            <a:lvl1pPr marL="0" indent="0">
              <a:buNone/>
              <a:defRPr sz="1386"/>
            </a:lvl1pPr>
            <a:lvl2pPr marL="197968" indent="0">
              <a:buNone/>
              <a:defRPr sz="1212"/>
            </a:lvl2pPr>
            <a:lvl3pPr marL="395935" indent="0">
              <a:buNone/>
              <a:defRPr sz="1039"/>
            </a:lvl3pPr>
            <a:lvl4pPr marL="593903" indent="0">
              <a:buNone/>
              <a:defRPr sz="866"/>
            </a:lvl4pPr>
            <a:lvl5pPr marL="791870" indent="0">
              <a:buNone/>
              <a:defRPr sz="866"/>
            </a:lvl5pPr>
            <a:lvl6pPr marL="989838" indent="0">
              <a:buNone/>
              <a:defRPr sz="866"/>
            </a:lvl6pPr>
            <a:lvl7pPr marL="1187806" indent="0">
              <a:buNone/>
              <a:defRPr sz="866"/>
            </a:lvl7pPr>
            <a:lvl8pPr marL="1385773" indent="0">
              <a:buNone/>
              <a:defRPr sz="866"/>
            </a:lvl8pPr>
            <a:lvl9pPr marL="1583741" indent="0">
              <a:buNone/>
              <a:defRPr sz="86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12" y="1944052"/>
            <a:ext cx="1276953" cy="3601598"/>
          </a:xfrm>
        </p:spPr>
        <p:txBody>
          <a:bodyPr/>
          <a:lstStyle>
            <a:lvl1pPr marL="0" indent="0">
              <a:buNone/>
              <a:defRPr sz="693"/>
            </a:lvl1pPr>
            <a:lvl2pPr marL="197968" indent="0">
              <a:buNone/>
              <a:defRPr sz="606"/>
            </a:lvl2pPr>
            <a:lvl3pPr marL="395935" indent="0">
              <a:buNone/>
              <a:defRPr sz="520"/>
            </a:lvl3pPr>
            <a:lvl4pPr marL="593903" indent="0">
              <a:buNone/>
              <a:defRPr sz="433"/>
            </a:lvl4pPr>
            <a:lvl5pPr marL="791870" indent="0">
              <a:buNone/>
              <a:defRPr sz="433"/>
            </a:lvl5pPr>
            <a:lvl6pPr marL="989838" indent="0">
              <a:buNone/>
              <a:defRPr sz="433"/>
            </a:lvl6pPr>
            <a:lvl7pPr marL="1187806" indent="0">
              <a:buNone/>
              <a:defRPr sz="433"/>
            </a:lvl7pPr>
            <a:lvl8pPr marL="1385773" indent="0">
              <a:buNone/>
              <a:defRPr sz="433"/>
            </a:lvl8pPr>
            <a:lvl9pPr marL="1583741" indent="0">
              <a:buNone/>
              <a:defRPr sz="4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687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242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33321" y="345009"/>
            <a:ext cx="853708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2197" y="345009"/>
            <a:ext cx="2511633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1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2197" y="345011"/>
            <a:ext cx="3414832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197" y="1725046"/>
            <a:ext cx="3414832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2197" y="6006164"/>
            <a:ext cx="89082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0168DA-BD25-412D-B32A-EDD36FEC611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1494" y="6006164"/>
            <a:ext cx="1336238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96202" y="6006164"/>
            <a:ext cx="89082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4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95935" rtl="0" eaLnBrk="1" latinLnBrk="0" hangingPunct="1">
        <a:lnSpc>
          <a:spcPct val="90000"/>
        </a:lnSpc>
        <a:spcBef>
          <a:spcPct val="0"/>
        </a:spcBef>
        <a:buNone/>
        <a:defRPr sz="190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8984" indent="-98984" algn="l" defTabSz="395935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212" kern="1200">
          <a:solidFill>
            <a:schemeClr val="tx1"/>
          </a:solidFill>
          <a:latin typeface="+mn-lt"/>
          <a:ea typeface="+mn-ea"/>
          <a:cs typeface="+mn-cs"/>
        </a:defRPr>
      </a:lvl1pPr>
      <a:lvl2pPr marL="296951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2pPr>
      <a:lvl3pPr marL="494919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866" kern="1200">
          <a:solidFill>
            <a:schemeClr val="tx1"/>
          </a:solidFill>
          <a:latin typeface="+mn-lt"/>
          <a:ea typeface="+mn-ea"/>
          <a:cs typeface="+mn-cs"/>
        </a:defRPr>
      </a:lvl3pPr>
      <a:lvl4pPr marL="692887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4pPr>
      <a:lvl5pPr marL="890854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5pPr>
      <a:lvl6pPr marL="1088822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6pPr>
      <a:lvl7pPr marL="1286789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7pPr>
      <a:lvl8pPr marL="1484757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8pPr>
      <a:lvl9pPr marL="1682725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1pPr>
      <a:lvl2pPr marL="197968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2pPr>
      <a:lvl3pPr marL="395935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3pPr>
      <a:lvl4pPr marL="593903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4pPr>
      <a:lvl5pPr marL="791870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5pPr>
      <a:lvl6pPr marL="989838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6pPr>
      <a:lvl7pPr marL="1187806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7pPr>
      <a:lvl8pPr marL="1385773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8pPr>
      <a:lvl9pPr marL="1583741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B039EA8A-8C0C-A2D3-1D24-728D802A1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7" y="380153"/>
            <a:ext cx="348392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US" sz="2800" b="1" cap="small" dirty="0">
                <a:solidFill>
                  <a:srgbClr val="262626"/>
                </a:solidFill>
                <a:latin typeface="Calibri" panose="020F0502020204030204" pitchFamily="34" charset="0"/>
                <a:ea typeface="Yu Mincho" panose="02020400000000000000" pitchFamily="18" charset="-128"/>
                <a:cs typeface="Arial" panose="020B0604020202020204" pitchFamily="34" charset="0"/>
              </a:rPr>
              <a:t>How I met Claude Code</a:t>
            </a:r>
            <a:endParaRPr lang="en-US" sz="2800" cap="small" dirty="0">
              <a:solidFill>
                <a:srgbClr val="262626"/>
              </a:solidFill>
              <a:latin typeface="Calibri" panose="020F0502020204030204" pitchFamily="34" charset="0"/>
              <a:ea typeface="Yu Mincho" panose="02020400000000000000" pitchFamily="18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600" dirty="0">
              <a:latin typeface="Calibri" panose="020F0502020204030204" pitchFamily="34" charset="0"/>
              <a:ea typeface="Yu Mincho" panose="02020400000000000000" pitchFamily="18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900" dirty="0">
              <a:latin typeface="Calibri" panose="020F0502020204030204" pitchFamily="34" charset="0"/>
              <a:ea typeface="Yu Mincho" panose="02020400000000000000" pitchFamily="18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>
                <a:latin typeface="Calibri" panose="020F0502020204030204" pitchFamily="34" charset="0"/>
                <a:ea typeface="Yu Mincho" panose="02020400000000000000" pitchFamily="18" charset="-128"/>
                <a:cs typeface="Arial" panose="020B0604020202020204" pitchFamily="34" charset="0"/>
              </a:rPr>
              <a:t>Yann Debray</a:t>
            </a:r>
            <a:endParaRPr lang="en-US" altLang="en-US" sz="7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1A4D4E-B2CE-27E7-BD4D-1C91A58621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042" y="2779774"/>
            <a:ext cx="3135137" cy="313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155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7</Words>
  <Application>Microsoft Office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Yann Debray</dc:creator>
  <cp:lastModifiedBy>Yann Debray</cp:lastModifiedBy>
  <cp:revision>6</cp:revision>
  <dcterms:created xsi:type="dcterms:W3CDTF">2024-05-31T02:36:45Z</dcterms:created>
  <dcterms:modified xsi:type="dcterms:W3CDTF">2026-03-26T02:23:50Z</dcterms:modified>
</cp:coreProperties>
</file>